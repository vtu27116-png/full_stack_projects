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P.Ashok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VTU25606– 23UECS0451.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Mageshwari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094404" y="69813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</a:t>
            </a:r>
            <a:r>
              <a:rPr lang="en-US" sz="2000" b="1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3137E6-D8AE-0CAC-4362-43E72FC52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18359"/>
            <a:ext cx="1543147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inventory systems using manual records and spreadsheets often cause data errors and stock mismanagement.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relational database makes tracking stock movement and maintaining data integrity difficult.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inventory control to reduce human errors and improve operational efficiency.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 structure ensures organized data storage with proper relationships between entities.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highly relevant in retail, manufacturing, healthcare, and warehouse industries.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avoid overstocking and stock shortages through accurate stock monitoring.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products, suppliers, and transactions using structured relational tables.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real-time stock updates and generates reports for better inventory analysis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5E39EE-24A3-400A-9496-90A159794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648" y="2255601"/>
            <a:ext cx="147963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still use manual or spreadsheet-based methods to manage inventory, which often leads to errors and inefficiencies.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do not provide real-time updates of stock levels.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 stock movement across suppliers, stores, and departments becomes difficult.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and inconsistency occur due to the absence of a relational database.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 stock information may result in overstocking or stock shortages.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Generating accurate inventory reports is time-consuming and unreliable.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monitor stock-in and stock-out transactions.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an automated relational inventory control and stock tracking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9101E-C9CC-20F5-8495-6DC2CA95B5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09800" y="3140934"/>
            <a:ext cx="1529621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relational inventory control system that accurately records and manages stock-in and stock-out transactions.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inventory monitoring by providing real-time stock updates and generating accurate inventory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6DDDEA-1EE6-40AE-1146-741B76FE0BA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09800" y="1282825"/>
            <a:ext cx="14838717" cy="871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centralized relational database to store products, suppliers, and transaction details in structured tables.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stock-in and stock-out processes to ensure real-time inventory updates.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proper relationships between entities to avoid data redundancy and inconsistency.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instant access to current stock levels, reducing delays in inventory tracking.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human errors through validation and controlled data entry.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better decision-making by providing reliable and up-to-date inventory information.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systems, it offers improved efficiency, scalability, and data security.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 improves accuracy and saves time compared to manual methods.</a:t>
            </a: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0287000" y="724173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AAD30F-37A1-3BA0-4F71-44868C6BEC4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85998" y="5123544"/>
            <a:ext cx="1447800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collected from various sources, such as suppliers providing delivery notes or customers placing sales orders.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analyzed and processed through logic like stock-in validation, decrementing quantities during sales, and calculating reorder points.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stored and managed within normalized relational tables (e.g., Products, Inventory, and Suppliers) to ensure transactional integrity and consistency.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Information is delivered to users in the form of low-stock alerts, warehouse pick-lists, and real-time financial valuation reports.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23E4A89-2A36-C3CE-37A1-AE4CCD281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7" y="1540956"/>
            <a:ext cx="14027423" cy="3526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DC55FF-C275-7AEC-848E-1D13601D9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007" y="1302271"/>
            <a:ext cx="15824362" cy="49157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A2F743-4D96-B05F-BD53-35B11CEA8E2B}"/>
              </a:ext>
            </a:extLst>
          </p:cNvPr>
          <p:cNvSpPr txBox="1"/>
          <p:nvPr/>
        </p:nvSpPr>
        <p:spPr>
          <a:xfrm>
            <a:off x="2011878" y="6425585"/>
            <a:ext cx="154781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Integrity: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utilizes normalized database tables to link unique IDs for products, suppliers, and orders, ensuring any single update reflects instantly across all modules.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Stock Monitoring: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tracking real-time quantities against pre-defined reorder points, the system automatically triggers replenishment alerts to prevent stockouts and minimize excess inventory.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Financial Reporting: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stock movement is logged as a discrete transaction, allowing the system to provide immediate valuation reports and profit margin analysis using methods like FIFO or Average Cost.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 of web pages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Styling and layout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Client-side validation &amp; interactivity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Responsive UI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(JSP &amp; Servlets)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 logic and request handling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Server-side scripting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(Django / Flask)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framework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Relational database for inventory, stock, and transactions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/ Eclipse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 editor &amp; 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/ WAMP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Local server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Tomcat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server (for Java-based backend)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design &amp;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72930" y="31309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849518" y="1028701"/>
            <a:ext cx="1503136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&amp; Role Management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authentication, login, and role-based access (Admin, Store Manager). Ensures secure access to inventory operations and system features.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&amp; Inventory Management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 details such as product ID, name, category, price, and stock levels. Supports adding, updating, and removing products while maintaining accurate inventory records.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Stock Inward &amp; Outward Processing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incoming stock from suppliers and outgoing stock due to sales or usage. Automatically updates stock quantities and maintains transaction history.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Supplier &amp; Database Management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supplier details and manages relational database operations including storage, retrieval, updates, and data integrity across product, stock, and transaction tables.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Reporting &amp; Stock Analytics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stock reports, low-stock alerts, and inventory summaries to support efficient decision-making and prevent over-stocking or stock shortages.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817310"/>
            <a:ext cx="150495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Dashboard page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StockProInventory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System, showing key business metrics like Total Products, Inventory Value, Sales Today, and Stock Alerts for quick monitoring.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also includes navigation modules (Products, Suppliers, Purchases, Sales, Reports) and visual analytics sections like Sales Trend and Stock by Category for real-time stock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305A67-B787-D9CE-5F9C-24CAC009B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301" y="1859697"/>
            <a:ext cx="14251071" cy="49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 (Sign Up) page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new users register using their email address and password to access the inventory system.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secure user authentication and provides a link to the Sign In page for existing users.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6BB8E-2390-084D-B0C5-60DB98007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699191"/>
            <a:ext cx="5410201" cy="543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27934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the Add New Product page, where users enter product details like name, price, initial quantity, category, and supplier.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saving the product into the system database, which updates inventory stock and links it relationally with category and supplier.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7CF9C-B117-B5CB-81D8-8833641C8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626" y="1899785"/>
            <a:ext cx="7144747" cy="477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the Reports page, which provides detailed inventory analysis including top-selling products and overall stock valuation.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managers monitor sales performance and inventory value, with an option to export report data as a CSV file for further analysis.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C64C5-C236-8483-B9E1-343EF65D0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945482"/>
            <a:ext cx="14221266" cy="487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B2E2C-0D61-B1D2-DD7E-2E9EC69A4D2D}"/>
              </a:ext>
            </a:extLst>
          </p:cNvPr>
          <p:cNvSpPr txBox="1"/>
          <p:nvPr/>
        </p:nvSpPr>
        <p:spPr>
          <a:xfrm>
            <a:off x="2515915" y="2265020"/>
            <a:ext cx="1404578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data accuracy using relational database (Primary &amp; Foreign Keys).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stock updates after purchase and sales transactions.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errors and improves operational efficiency.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 management for products, suppliers, and sales.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reports for better decision-making and stock analysis.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system restricts unauthorized access.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structure for future feature expansion.</a:t>
            </a:r>
          </a:p>
          <a:p>
            <a:pPr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depends on database/server availability.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advanced analytics (no AI-based forecasting).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manual data entry for transactions.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may reduce with very large datasets (without optimization).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role-based access control (if not implemented).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1414</Words>
  <Application>Microsoft Office PowerPoint</Application>
  <PresentationFormat>Custom</PresentationFormat>
  <Paragraphs>319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Cambria</vt:lpstr>
      <vt:lpstr>Gotham</vt:lpstr>
      <vt:lpstr>Wingdings</vt:lpstr>
      <vt:lpstr>Gotham Bold Italics</vt:lpstr>
      <vt:lpstr>Bookman Old Style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MERUGU VIJAYENDHAR</dc:creator>
  <cp:lastModifiedBy>ashokpoluka@gmail.com</cp:lastModifiedBy>
  <cp:revision>15</cp:revision>
  <dcterms:created xsi:type="dcterms:W3CDTF">2006-08-16T00:00:00Z</dcterms:created>
  <dcterms:modified xsi:type="dcterms:W3CDTF">2026-03-04T02:24:15Z</dcterms:modified>
  <dc:identifier>DAHCaYqJ9OU</dc:identifier>
</cp:coreProperties>
</file>